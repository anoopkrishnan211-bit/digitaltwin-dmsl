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“We propose a phased transformation: visibility first, predictive later—governed by data readiness.”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“Client faces industry-wide pressure to improve continuity and reduce downtime.”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“Current state is firefighting; no unified view or predictive capability.”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“Discovery confirmed six critical gaps between current and desired state.”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“Processes are reactive and siloed; data is fragmented.”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“Digital Twin provides the entity model to connect physical assets to digital decisions.”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“Future state is proactive, data-informed, and governed.”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“We start with visibility, scale to intelligence—no big-bang risk.”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“This is a business model, not engineering—specialists own detailed design.”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“Data is captured consistently, governed by taxonomy and audit trails.”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“Predictive AI is gated by data readiness; humans approve all actions.”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“Eight capabilities deliver end-to-end value, traceable to business needs.”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“MVP delivers core visibility in 12 weeks on 1–2 lines.”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“Phased rollout ensures value at each stage; predictive only when ready.”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“Strong governance ensures alignment, risk control, and decision clarity.”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“Value is measured operationally—not invented ROI percentages.”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“Risks are explicit and mitigated through phasing and change management.”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“Next steps: 4-week discovery, then 12-week MVP on 1–2 lines.”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“Happy to clarify any aspect of the approach, governance, or value.”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“AI was a productivity assistant; all business interpretation and decisions were mine. No client facts invented; all technical depth is at business level.” 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01.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Problem, solution, value, roadmap (1-liner each).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02. 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DMS Manufacturing (hypothetical); discrete manufacturing; competitive pressure.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03.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Reactive maintenance, fragmented data, extended changeovers, tribal knowledge.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04. Discovery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Workshops, data audit, pain points (GAP-01 to GAP-06).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05. Current-State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As-Is process flow (manual logging, no taxonomy, verbal handover).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06. Why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Unified visibility, root-cause analysis, foundation for predictive.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07. Future-State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To-Be process (digital logging, dashboards, alerts, SOP access).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08.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Phased approach (Visibility -&gt; Decision Support -&gt; Predictive).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09. Digital Twin &amp; Digital Thread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Entity model (Line -&gt; Asset -&gt; Event -&gt; Fault); thread flow (Physical -&gt; Learning).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Data &amp; Operational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Data entities (Downtime, Changeover, Fault Taxonomy); KPIs.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Predictive Intelligence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Use cases (motor overheat, die misalignment); human-in-the-loop.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Product Capability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CAP-01 to CAP-08 (Downtime Capture to Audit &amp; Governance).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MVP &amp;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Must-Have features (F-01, F-02, F-05, F-07); 12-week MVP.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Phase 0 (4w) -&gt; Phase 1 (12w) -&gt; Phase 2 (16w) -&gt; Phase 3+ (16w+).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Governance &amp; RACI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Governance cadence; RACI highlights (COO accountable, PM responsible).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KPIs &amp;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KPI-01 to KPI-07; value drivers (visibility, speed, reduced downtime).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Risks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Top risks (data quality, adoption, integration); mitigations.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Recommendation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Approve Phase 0; confirm MVP scope; sign off data gates.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19.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“Questions?”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20. AI Involvement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- AI Role: Supporting assistant (research, structuring, drafting, refinement).   - Human Role: Direction, interpretation, decisions, prioritization, validation, final accountability.   - Content Support: Research synthesis, structuring, drafting, consistency checks, gap identification.   - Validation: AI suggestions reviewed before inclusion.   - Assumptions: Unsupported info treated as assumptions/validation points.   - Technical Responsibility: AI not replacing specialist architecture/engineering/ML/OT expertise.   - Final Accountability: Author responsible for final content and recommendations.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